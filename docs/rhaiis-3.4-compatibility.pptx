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C4A6E"/>
                </a:solidFill>
              </a:rPr>
              <a:t>RHAIIS 3.4 — Inftune Studio</a:t>
            </a:r>
          </a:p>
          <a:p>
            <a:r>
              <a:rPr sz="2400" b="0">
                <a:solidFill>
                  <a:srgbClr val="374151"/>
                </a:solidFill>
              </a:rPr>
              <a:t>Model Compatibility &amp; Test Results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64748B"/>
                </a:solidFill>
              </a:rPr>
              <a:t>Platform: 16x NVIDIA H200 (140GB), 2 nodes, CoreWeave, RDMA/InfiniBand</a:t>
            </a:r>
          </a:p>
          <a:p>
            <a:r>
              <a:rPr sz="1200" b="0">
                <a:solidFill>
                  <a:srgbClr val="64748B"/>
                </a:solidFill>
              </a:rPr>
              <a:t>Software: llm-d v0.6.0 (vLLM v0.17.1) / RHAIIS 3.4 GA</a:t>
            </a:r>
          </a:p>
          <a:p>
            <a:r>
              <a:rPr sz="1200" b="0">
                <a:solidFill>
                  <a:srgbClr val="64748B"/>
                </a:solidFill>
              </a:rPr>
              <a:t>Tool: Inftune Studio — automated 11-step optimization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C4A6E"/>
                </a:solidFill>
              </a:rPr>
              <a:t>RHAIIS 3.4 — Model Test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Inftune Studio automated optimization results across model architectures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457200"/>
                <a:gridCol w="731520"/>
                <a:gridCol w="731520"/>
                <a:gridCol w="914400"/>
                <a:gridCol w="914400"/>
                <a:gridCol w="4297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New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Single
Replica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Wide-EP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Intelligent
Scheduling
(8xH200)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PD Disagg
(4x8xH100)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 / Blockers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</a:tr>
              <a:tr h="475488">
                <a:tc rowSpan="3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C4A6E"/>
                          </a:solidFill>
                        </a:rPr>
                        <a:t>Dense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RedHatAI/Llama-3.3-70B-Instruct-FP8-dynamic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Fully tested. 3.3 vs 3.4 regression + auto-tuning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/>
                      <a:r>
                        <a:rPr sz="900" b="0"/>
                        <a:t/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Qwen/Qwen3-32B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Fully tested. 3.3 vs 3.4 regression + auto-tuning 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/>
                      <a:r>
                        <a:rPr sz="900" b="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mistralai/Ministral-3-14B-Reasoning-2512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tested. Dense model, no known blockers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 rowSpan="2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C4A6E"/>
                          </a:solidFill>
                        </a:rPr>
                        <a:t>Large
MoE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RedHatAI/Llama-4-Maverick-17B-128E-Instruct-FP8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Aggregated only. PD blocked: hybrid attention + NixlConnector HMA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/>
                      <a:r>
                        <a:rPr sz="900" b="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deepseek-ai/DeepSeek-R1-0528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Wide-EP tested. No hybrid attention — PD should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C4A6E"/>
                          </a:solidFill>
                        </a:rPr>
                        <a:t>Medium
MoE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RedHatAI/Qwen3-235B-A22B-FP8-dynamic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Wide-EP tested. Check hybrid attention for PD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 rowSpan="3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C4A6E"/>
                          </a:solidFill>
                        </a:rPr>
                        <a:t>Small
MoE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Qwen/Qwen3-Next-80B-A3B-Instruct-FP8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Aggregated TP≤4 only. PD blocked: hybrid attention (GDN) + HMA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/>
                      <a:r>
                        <a:rPr sz="900" b="0"/>
                        <a:t/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openai/gpt-oss-120b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2400E"/>
                          </a:solidFill>
                        </a:rPr>
                        <a:t>?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65F46"/>
                          </a:solidFill>
                        </a:rPr>
                        <a:t>PASS</a:t>
                      </a:r>
                    </a:p>
                  </a:txBody>
                  <a:tcPr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Tested externally. Verify hybrid attention status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/>
                      <a:r>
                        <a:rPr sz="900" b="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nvidia/NVIDIA-Nemotron-3-Nano-30B-A3B-FP8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991B1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tested. Likely same constraints as Qwen3-Next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PASS = tested  |  — = not tested / blocked  |  ? = needs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C4A6E"/>
                </a:solidFill>
              </a:rPr>
              <a:t>PD Disaggregation Blocker: Hybrid Attention + NixlConnector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C4A6E"/>
                </a:solidFill>
              </a:rPr>
              <a:t>The Problem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Models with hybrid attention (mixing full attention with chunked/sliding-window/linear attention) require the </a:t>
            </a:r>
            <a:r>
              <a:rPr sz="1100" b="1">
                <a:solidFill>
                  <a:srgbClr val="374151"/>
                </a:solidFill>
              </a:rPr>
              <a:t>Hybrid Memory Allocator (HMA)</a:t>
            </a:r>
            <a:r>
              <a:rPr sz="1100" b="0">
                <a:solidFill>
                  <a:srgbClr val="374151"/>
                </a:solidFill>
              </a:rPr>
              <a:t> for KV cache management. Each attention type produces different KV cache specs.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PD disaggregation via NixlConnector requires the connector to implement the SupportsHMA interface. In vLLM v0.6.0 (RHAIIS 3.4 / llm-d v0.6.0), </a:t>
            </a:r>
            <a:r>
              <a:rPr sz="1100" b="1">
                <a:solidFill>
                  <a:srgbClr val="991B1B"/>
                </a:solidFill>
              </a:rPr>
              <a:t>NixlConnector does not implement SupportsHMA.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When --kv-transfer-config is set, vLLM auto-disables HMA. Hybrid models fail with: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991B1B"/>
                </a:solidFill>
              </a:rPr>
              <a:t>"Hybrid KV cache manager is disabled but failed to convert the KV cache specs to one unified type."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91B1B"/>
                </a:solidFill>
              </a:rPr>
              <a:t>Affected Models</a:t>
            </a:r>
          </a:p>
          <a:p>
            <a:r>
              <a:rPr sz="1000" b="0">
                <a:solidFill>
                  <a:srgbClr val="374151"/>
                </a:solidFill>
              </a:rPr>
              <a:t>• Llama-4-Maverick-17B-128E  (attention_chunk_size=8192)</a:t>
            </a:r>
          </a:p>
          <a:p>
            <a:r>
              <a:rPr sz="1000" b="0">
                <a:solidFill>
                  <a:srgbClr val="374151"/>
                </a:solidFill>
              </a:rPr>
              <a:t>• Qwen3-Next-80B-A3B  (GDN + full attention hybrid)</a:t>
            </a:r>
          </a:p>
          <a:p>
            <a:r>
              <a:rPr sz="1000" b="0">
                <a:solidFill>
                  <a:srgbClr val="374151"/>
                </a:solidFill>
              </a:rPr>
              <a:t>• Qwen3.5 family models</a:t>
            </a:r>
          </a:p>
          <a:p>
            <a:r>
              <a:rPr sz="1000" b="0">
                <a:solidFill>
                  <a:srgbClr val="374151"/>
                </a:solidFill>
              </a:rPr>
              <a:t>• Any model mixing attention types across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5F46"/>
                </a:solidFill>
              </a:rPr>
              <a:t>What Works Today</a:t>
            </a:r>
          </a:p>
          <a:p>
            <a:r>
              <a:rPr sz="1000" b="0">
                <a:solidFill>
                  <a:srgbClr val="374151"/>
                </a:solidFill>
              </a:rPr>
              <a:t>• Aggregated mode (no KV transfer) — all models</a:t>
            </a:r>
          </a:p>
          <a:p>
            <a:r>
              <a:rPr sz="1000" b="0">
                <a:solidFill>
                  <a:srgbClr val="374151"/>
                </a:solidFill>
              </a:rPr>
              <a:t>• PD for dense models (Llama-70B, Qwen3-32B)</a:t>
            </a:r>
          </a:p>
          <a:p>
            <a:r>
              <a:rPr sz="1000" b="0">
                <a:solidFill>
                  <a:srgbClr val="374151"/>
                </a:solidFill>
              </a:rPr>
              <a:t>• PD for non-hybrid MoE (DeepSeek-R1)</a:t>
            </a:r>
          </a:p>
          <a:p>
            <a:r>
              <a:rPr sz="1000" b="0">
                <a:solidFill>
                  <a:srgbClr val="374151"/>
                </a:solidFill>
              </a:rPr>
              <a:t>• Wide-EP without PD — all MoE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C4A6E"/>
                </a:solidFill>
              </a:rPr>
              <a:t>Path to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65F46"/>
                </a:solidFill>
              </a:rPr>
              <a:t>HMA Support in NixlConnector — Already Available Upstream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HMA support was added to NixlConnector in vLLM PR #35758.</a:t>
            </a:r>
          </a:p>
          <a:p>
            <a:r>
              <a:rPr sz="1100" b="0">
                <a:solidFill>
                  <a:srgbClr val="374151"/>
                </a:solidFill>
              </a:rPr>
              <a:t>Available in vLLM v0.19+. Confirmed in v0.21.0 release notes: full 'KV Offload + Hybrid Memory Allocator' integration.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374151"/>
                </a:solidFill>
              </a:rPr>
              <a:t>NixlConnector compatibility matrix (latest vLLM):</a:t>
            </a:r>
          </a:p>
          <a:p>
            <a:r>
              <a:rPr sz="1100" b="0">
                <a:solidFill>
                  <a:srgbClr val="374151"/>
                </a:solidFill>
              </a:rPr>
              <a:t>  • MoE models: Basic PD = supported</a:t>
            </a:r>
          </a:p>
          <a:p>
            <a:r>
              <a:rPr sz="1100" b="0">
                <a:solidFill>
                  <a:srgbClr val="374151"/>
                </a:solidFill>
              </a:rPr>
              <a:t>  • Hybrid SSM/Mamba models: Basic PD = supported (with constraints)</a:t>
            </a:r>
          </a:p>
          <a:p>
            <a:r>
              <a:rPr sz="1100" b="0">
                <a:solidFill>
                  <a:srgbClr val="374151"/>
                </a:solidFill>
              </a:rPr>
              <a:t>  • Multimodal models: unknown / not yet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2400E"/>
                </a:solidFill>
              </a:rPr>
              <a:t>Constraints with HMA-enabled PD</a:t>
            </a:r>
          </a:p>
          <a:p>
            <a:r>
              <a:rPr sz="1100" b="0">
                <a:solidFill>
                  <a:srgbClr val="374151"/>
                </a:solidFill>
              </a:rPr>
              <a:t>• Homogeneous TP required — prefill TP must equal decode TP</a:t>
            </a:r>
          </a:p>
          <a:p>
            <a:r>
              <a:rPr sz="1100" b="0">
                <a:solidFill>
                  <a:srgbClr val="374151"/>
                </a:solidFill>
              </a:rPr>
              <a:t>• Cross-layer blocks not supported</a:t>
            </a:r>
          </a:p>
          <a:p>
            <a:r>
              <a:rPr sz="1100" b="0">
                <a:solidFill>
                  <a:srgbClr val="374151"/>
                </a:solidFill>
              </a:rPr>
              <a:t>• Heterogeneous block sizes not supported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C4A6E"/>
                </a:solidFill>
              </a:rPr>
              <a:t>Action Required</a:t>
            </a:r>
          </a:p>
          <a:p>
            <a:r>
              <a:rPr sz="1200" b="0">
                <a:solidFill>
                  <a:srgbClr val="374151"/>
                </a:solidFill>
              </a:rPr>
              <a:t>Upgrade to a vLLM build &gt;= v0.19 (or equivalent llm-d image) to unblock PD disaggregation for hybrid attention models.</a:t>
            </a:r>
          </a:p>
          <a:p>
            <a:r>
              <a:rPr sz="1200" b="1">
                <a:solidFill>
                  <a:srgbClr val="065F46"/>
                </a:solidFill>
              </a:rPr>
              <a:t>RHAIIS 3.5 EA2 (llm-d v0.7.0 / vLLM v0.19.1) should have this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C4A6E"/>
                </a:solidFill>
              </a:rPr>
              <a:t>Additional Issues Found During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91B1B"/>
                </a:solidFill>
              </a:rPr>
              <a:t>FP8 Block Quantization — TP Limit for Small MoE Experts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374151"/>
                </a:solidFill>
              </a:rPr>
              <a:t>FP8 block-quantized weights require partition_size &gt;= block_n (128). For models with small shared_expert_intermediate_size (e.g. Qwen3-Next = 512), max TP = 512/128 = 4. Applies to aggregated and EP since shared expert is always TP-sharded.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5F46"/>
                </a:solidFill>
              </a:rPr>
              <a:t>Fix: </a:t>
            </a:r>
            <a:r>
              <a:rPr sz="1000" b="0">
                <a:solidFill>
                  <a:srgbClr val="065F46"/>
                </a:solidFill>
              </a:rPr>
              <a:t>Auto-detected from model config.json. Invalid TP values filtered before calibration.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91B1B"/>
                </a:solidFill>
              </a:rPr>
              <a:t>DeepGemm JIT Kernel Crash at Low TP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374151"/>
                </a:solidFill>
              </a:rPr>
              <a:t>vLLM auto-enables DeepGemm on H200s (VLLM_USE_DEEP_GEMM defaults True). The flashinfer_fp8_blockscale_gemm op dispatches to DeepGemm via torch.cond, and the JIT kernel crashes at low TP. Observed with Qwen3-Next at TP=1.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5F46"/>
                </a:solidFill>
              </a:rPr>
              <a:t>Fix: </a:t>
            </a:r>
            <a:r>
              <a:rPr sz="1000" b="0">
                <a:solidFill>
                  <a:srgbClr val="065F46"/>
                </a:solidFill>
              </a:rPr>
              <a:t>Templates explicitly set VLLM_USE_DEEP_GEMM=0 when TP &lt; 8, and =1 when TP &gt;= 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91B1B"/>
                </a:solidFill>
              </a:rPr>
              <a:t>Decode Template max_num_batched_tokens=256 Default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374151"/>
                </a:solidFill>
              </a:rPr>
              <a:t>Models with Mamba cache alignment (e.g. Qwen3-Next) need block_size &lt;= max_num_batched_tokens. Internal block_size can be 544+, so the hardcoded 256 fallback crashes vLLM.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5F46"/>
                </a:solidFill>
              </a:rPr>
              <a:t>Fix: </a:t>
            </a:r>
            <a:r>
              <a:rPr sz="1000" b="0">
                <a:solidFill>
                  <a:srgbClr val="065F46"/>
                </a:solidFill>
              </a:rPr>
              <a:t>Decode template now only sets --max-num-batched-tokens when auto-tuned value is 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C4A6E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74151"/>
                </a:solidFill>
              </a:rPr>
              <a:t>• NixlConnector Compatibility Matrix — docs.vllm.ai/en/latest/features/nixl_connector_compatibility/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RFC: NixlConnector hybrid SSM-FA support — github.com/vllm-project/vllm/issues/36780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Feature: Make KVConnector compatible with HMA — github.com/vllm-project/vllm/issues/22292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llm-d KV cache HMA scheduling — github.com/llm-d/llm-d-kv-cache/issues/336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PD Disaggregation Roadmap — github.com/vllm-project/vllm/issues/33702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vLLM v0.21.0 release — github.com/vllm-project/vllm/releases/tag/v0.21.0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374151"/>
                </a:solidFill>
              </a:rPr>
              <a:t>• llm-d Wide EP guide — github.com/llm-d/llm-d/tree/main/guides/wide-ep-lws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