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-39.4%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-20.9%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-19.9%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81% lower TTFT than the 3.4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+45.4%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+1.1%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-64% vs 3.4).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-64%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-64% vs 3.4 default (463ms vs 1,292ms)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21-64%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21-64%.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