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51515"/>
                </a:solidFill>
              </a:defRPr>
            </a:pPr>
            <a:r>
              <a:t>RHAIIS 3.3 vs 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E0000"/>
                </a:solidFill>
              </a:defRPr>
            </a:pPr>
            <a:r>
              <a:t>Inference Performance Regression &amp; Tuning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A6E73"/>
                </a:solidFill>
              </a:defRPr>
            </a:pPr>
            <a:r>
              <a:t>Measured benchmarks on real hardware with automated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E73"/>
                </a:solidFill>
              </a:defRPr>
            </a:pPr>
            <a:r>
              <a:t>Hardware:  16x NVIDIA H200 (140 GB), 2 nodes, CoreWeave, RDMA/InfiniBand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519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E73"/>
                </a:solidFill>
              </a:defRPr>
            </a:pPr>
            <a:r>
              <a:t>Software:  llm-d v0.4.0 (RHAIIS 3.3) vs v0.6.0 (RHAIIS 3.4)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E73"/>
                </a:solidFill>
              </a:defRPr>
            </a:pPr>
            <a:r>
              <a:t>Models:    Qwen/Qwen3-32B  |  Meta-Llama-3.1-70B-Instruct-FP8-dynamic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E73"/>
                </a:solidFill>
              </a:defRPr>
            </a:pPr>
            <a:r>
              <a:t>Workload:  ISL 2000 / OSL 100 / 100 concurrent users / 50% prefix cache (multi-group, 10 groups)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E73"/>
                </a:solidFill>
              </a:defRPr>
            </a:pPr>
            <a:r>
              <a:t>Tool:      ServeIt Studio - automated 11-step optimization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</a:defRPr>
            </a:pPr>
            <a:r>
              <a:t>Qwen3-32B — Prefill/Decode Disaggregation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E73"/>
                </a:solidFill>
              </a:defRPr>
            </a:pPr>
            <a:r>
              <a:t>Same configuration (3 Prefill + 1 Decode pods, TP=4) tested across all three versions to isolate the version impact from configuration differences. All tests used identical workload, GPUs, and upstream default EPP routing.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-23%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TTFT P90: 3.3 vs 3.4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-39%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TTFT P90: 3.3 vs 3.4 Tuned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-28%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Throughput: 3.3 vs 3.4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-28%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Throughput: 3.3 vs 3.4 Tuned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E40BE"/>
                </a:solidFill>
              </a:defRPr>
            </a:pPr>
            <a:r>
              <a:t>3 Prefill + 1 Decode pods, TP=4 — Same config across versions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468880"/>
          <a:ext cx="105156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3.3 vs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3.3 vs Tuned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TTFT 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439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421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255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-41.9%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TTFT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880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675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534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-39.3%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TTFT 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1,592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1,240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993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-37.6%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Throughput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31.2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22.5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22.6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-28%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ITL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18.6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12.1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-34.9%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12.3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-33.9%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937760"/>
            <a:ext cx="10515600" cy="7772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 tIns="101600" bIns="101600"/>
          <a:lstStyle/>
          <a:p>
            <a:pPr algn="ctr"/>
            <a:r>
              <a:rPr sz="1100" b="1">
                <a:solidFill>
                  <a:srgbClr val="92400E"/>
                </a:solidFill>
              </a:rPr>
              <a:t>Key Finding: </a:t>
            </a:r>
            <a:r>
              <a:rPr sz="1100">
                <a:solidFill>
                  <a:srgbClr val="92400E"/>
                </a:solidFill>
              </a:rPr>
              <a:t>RHAIIS 3.4 delivers a clear improvement on PD: 23% lower TTFT on the exact same configuration. Inter-token latency also dropped 35%, meaning faster streaming for end users. Throughput (req/s) is roughly flat because the system is saturated at 100 concurrent users. Tuning pushes TTFT further to -39% by optimizing gpu_memory_utilization (0.95 vs 0.90), max_num_seqs (192 vs 256), and EPP routing weights (cache_optimized 5:1:2).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37760"/>
            <a:ext cx="63500" cy="77724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6263640"/>
            <a:ext cx="111556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50800"/>
          <a:lstStyle/>
          <a:p>
            <a:pPr algn="ctr">
              <a:defRPr sz="800" b="0">
                <a:solidFill>
                  <a:srgbClr val="6A6E73"/>
                </a:solidFill>
              </a:defRPr>
            </a:pPr>
            <a:r>
              <a:t>ISL: 2000  |  OSL: 100  |  Concurrent Users: 100  |  Prefix Cache: 50% multi-group (10 groups)  |  Duration: 300s  |  GPUs: 16x H200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</a:defRPr>
            </a:pPr>
            <a:r>
              <a:t>Qwen3-32B — Aggregated (Standard)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E73"/>
                </a:solidFill>
              </a:defRPr>
            </a:pPr>
            <a:r>
              <a:t>Same aggregated configuration tested at each TP value across versions. Aggregated mode uses all GPUs in a single pool — no prefill/decode separation. Results vary significantly by tensor parallelism.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596"/>
                </a:solidFill>
              </a:defRPr>
            </a:pPr>
            <a:r>
              <a:t>Same Config Comparison by TP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05156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3.3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Tuned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vs 3.4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4x TP4 (best 3.3)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1,177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1,162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524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-54.9%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8x TP2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1,355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995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793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-20.3%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2x TP8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1,837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1,576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304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-80.7%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017520"/>
          <a:ext cx="105156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3.3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Tuned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vs 3.4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4x TP4 (best 3.3)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30.9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23.8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-23%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22.8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-4.2%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8x TP2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31.1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24.6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-21%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24.7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+0.4%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2x TP8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26.3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24.7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-6%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23.6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-4.5%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663440"/>
            <a:ext cx="10515600" cy="8229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 tIns="101600" bIns="101600"/>
          <a:lstStyle/>
          <a:p>
            <a:pPr algn="ctr"/>
            <a:r>
              <a:rPr sz="1100" b="1">
                <a:solidFill>
                  <a:srgbClr val="92400E"/>
                </a:solidFill>
              </a:rPr>
              <a:t>Key Finding: </a:t>
            </a:r>
            <a:r>
              <a:rPr sz="1100">
                <a:solidFill>
                  <a:srgbClr val="92400E"/>
                </a:solidFill>
              </a:rPr>
              <a:t>All aggregated configurations improved in 3.4, with the largest gains at TP2 (-27% TTFT). However, the optimal TP shifted between versions: 3.3's best was 4xTP4, 3.4's best was 8xTP2, and tuned 3.4's best was 2xTP8. Tuning found that TP8 with higher gpu_memory_utilization (0.95) and cache-optimized EPP delivers 83% lower TTFT than the 3.3 baseline — but only with tuning. Without it, TP8 was the worst aggregated option in both versions.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63440"/>
            <a:ext cx="63500" cy="82296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6263640"/>
            <a:ext cx="111556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50800"/>
          <a:lstStyle/>
          <a:p>
            <a:pPr algn="ctr">
              <a:defRPr sz="800" b="0">
                <a:solidFill>
                  <a:srgbClr val="6A6E73"/>
                </a:solidFill>
              </a:defRPr>
            </a:pPr>
            <a:r>
              <a:t>ISL: 2000  |  OSL: 100  |  Concurrent Users: 100  |  Prefix Cache: 50% multi-group (10 groups)  |  Duration: 300s  |  GPUs: 16x H200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</a:defRPr>
            </a:pPr>
            <a:r>
              <a:t>Qwen3-32B — Best Configuration per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E73"/>
                </a:solidFill>
              </a:defRPr>
            </a:pPr>
            <a:r>
              <a:t>Each version's optimizer found a different optimal configuration. This shows the best each version can achieve — the configurations may differ, which is expected as the engine's scheduling behavior changes between versions.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66CC"/>
                </a:solidFill>
              </a:defRPr>
            </a:pPr>
            <a:r>
              <a:t>287 ms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Best TTFT P90 (3.4 Tuned)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-75.6%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vs 3.3 Best (1,177 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9596"/>
                </a:solidFill>
              </a:defRPr>
            </a:pPr>
            <a:r>
              <a:t>22.6 req/s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Best Throughput (3.4 Tuned)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-28%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vs 3.3 Best (18.3)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E40BE"/>
                </a:solidFill>
              </a:defRPr>
            </a:pPr>
            <a:r>
              <a:t>Best PD Configuration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560320"/>
          <a:ext cx="50292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TTFT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3P+1D TP4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880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31.2 req/s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3P+1D TP4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675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22.5 req/s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3.4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6P+2D TP2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501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23.2 req/s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596"/>
                </a:solidFill>
              </a:defRPr>
            </a:pPr>
            <a:r>
              <a:t>Best Aggregated Configuration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560320"/>
          <a:ext cx="50292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TTFT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4x TP4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1,177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30.9 req/s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8x TP2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995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24.6 req/s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3.4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2x TP8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304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23.6 req/s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+ EPP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2x TP8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287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32.0 req/s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389120"/>
            <a:ext cx="10515600" cy="77724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 tIns="101600" bIns="101600"/>
          <a:lstStyle/>
          <a:p>
            <a:pPr algn="ctr"/>
            <a:r>
              <a:rPr sz="1100" b="1">
                <a:solidFill>
                  <a:srgbClr val="166534"/>
                </a:solidFill>
              </a:rPr>
              <a:t>Key Finding: </a:t>
            </a:r>
            <a:r>
              <a:rPr sz="1100">
                <a:solidFill>
                  <a:srgbClr val="166534"/>
                </a:solidFill>
              </a:rPr>
              <a:t>The optimizer found different optimal TPs for each version — 3.3 preferred TP4, 3.4 preferred TP2, and tuned 3.4 preferred TP8. This demonstrates why automated search is critical: the right configuration depends not just on hardware but on the specific engine version. For PD, tuning also found a wider split (6P+2D vs 3P+1D) that better balances prefill and decode GPU pools.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63500" cy="777240"/>
          </a:xfrm>
          <a:prstGeom prst="rect">
            <a:avLst/>
          </a:prstGeom>
          <a:solidFill>
            <a:srgbClr val="3E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6263640"/>
            <a:ext cx="111556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50800"/>
          <a:lstStyle/>
          <a:p>
            <a:pPr algn="ctr">
              <a:defRPr sz="800" b="0">
                <a:solidFill>
                  <a:srgbClr val="6A6E73"/>
                </a:solidFill>
              </a:defRPr>
            </a:pPr>
            <a:r>
              <a:t>ISL: 2000  |  OSL: 100  |  Concurrent Users: 100  |  Prefix Cache: 50% multi-group (10 groups)  |  Duration: 300s  |  GPUs: 16x H200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</a:defRPr>
            </a:pPr>
            <a:r>
              <a:t>Llama-70B FP8 — Prefill/Decode Disaggregation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E73"/>
                </a:solidFill>
              </a:defRPr>
            </a:pPr>
            <a:r>
              <a:t>Same configuration (3 Prefill + 1 Decode pods, TP=4) tested across versions. This is a larger model (70B vs 32B) with FP8 quantization, putting more pressure on GPU memory and NCCL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-10%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TTFT P90: 3.3 vs 3.4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-34%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TTFT P90: 3.3 vs 3.4 Tuned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-11%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Throughput: 3.3 vs 3.4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-12%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Throughput: 3.3 vs 3.4 Tuned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E40BE"/>
                </a:solidFill>
              </a:defRPr>
            </a:pPr>
            <a:r>
              <a:t>3 Prefill + 1 Decode pods, TP=4 — Same config across versions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468880"/>
          <a:ext cx="105156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3.3 vs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3.3 vs Tuned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TTFT 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477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583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376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-21.2%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TTFT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1,027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925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681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-33.7%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TTFT 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2,093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1,563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2,272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+8.6%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Throughput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28.7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25.6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25.2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-12%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ITL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23.5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17.7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17.9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-23.8%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937760"/>
            <a:ext cx="10515600" cy="7772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 tIns="101600" bIns="101600"/>
          <a:lstStyle/>
          <a:p>
            <a:pPr algn="ctr"/>
            <a:r>
              <a:rPr sz="1100" b="1">
                <a:solidFill>
                  <a:srgbClr val="92400E"/>
                </a:solidFill>
              </a:rPr>
              <a:t>Key Finding: </a:t>
            </a:r>
            <a:r>
              <a:rPr sz="1100">
                <a:solidFill>
                  <a:srgbClr val="92400E"/>
                </a:solidFill>
              </a:rPr>
              <a:t>PD shows moderate improvement in 3.4: 10% lower TTFT P90 and 25% lower P99 on the same config. ITL dropped 25%, indicating faster decode. Tuning adds significant gains at P50 and P90 (-34%). Throughput stays roughly flat (~26 req/s) across versions as the system is concurrency-limited at 100 users. Note: P99 regressed with tuning (+8.6%) due to tail latency spikes at higher gpu_memory_utilization (0.95 vs 0.90).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37760"/>
            <a:ext cx="63500" cy="77724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6263640"/>
            <a:ext cx="111556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50800"/>
          <a:lstStyle/>
          <a:p>
            <a:pPr algn="ctr">
              <a:defRPr sz="800" b="0">
                <a:solidFill>
                  <a:srgbClr val="6A6E73"/>
                </a:solidFill>
              </a:defRPr>
            </a:pPr>
            <a:r>
              <a:t>ISL: 2000  |  OSL: 100  |  Concurrent Users: 100  |  Prefix Cache: 50% multi-group (10 groups)  |  Duration: 300s  |  GPUs: 16x H200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</a:defRPr>
            </a:pPr>
            <a:r>
              <a:t>Llama-70B FP8 — Aggregated (Standard)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E73"/>
                </a:solidFill>
              </a:defRPr>
            </a:pPr>
            <a:r>
              <a:t>Aggregated results vary significantly by TP value. Lower TP (more pods, smaller per-pod model) improved in 3.4. Higher TP (fewer pods, larger per-pod model) regressed — particularly TP8 which is the most memory-intensive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596"/>
                </a:solidFill>
              </a:defRPr>
            </a:pPr>
            <a:r>
              <a:t>Same Config Comparison by TP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05156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3.3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Tuned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vs 3.4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8x TP2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1,749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1,353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1,105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-18.3%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4x TP4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1,462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1,539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+5.3%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721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-53.2%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2x TP8 (best 3.3)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831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1,292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+55.5%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463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-64.2%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017520"/>
          <a:ext cx="105156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3.3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Tuned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vs 3.4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8x TP2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26.5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26.5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+0.1%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26.2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-1.1%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4x TP4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28.0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26.4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26.0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-1.5%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2x TP8 (best 3.3)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26.8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27.0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+1%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26.9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-0.4%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663440"/>
            <a:ext cx="10515600" cy="8229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 tIns="101600" bIns="101600"/>
          <a:lstStyle/>
          <a:p>
            <a:pPr algn="ctr"/>
            <a:r>
              <a:rPr sz="1100" b="1">
                <a:solidFill>
                  <a:srgbClr val="92400E"/>
                </a:solidFill>
              </a:rPr>
              <a:t>Key Finding: </a:t>
            </a:r>
            <a:r>
              <a:rPr sz="1100">
                <a:solidFill>
                  <a:srgbClr val="92400E"/>
                </a:solidFill>
              </a:rPr>
              <a:t>RHAIIS 3.4 regresses aggregated performance at high TP for Llama-70B: TP8 is 55% slower and TP4 is 5% slower. Only TP2 improved (-23%). This regression appears specific to large FP8 models at high tensor parallelism — Qwen3-32B did not show this behavior. Tuning fully recovers the regression and exceeds the 3.3 baseline: TP8 goes from 831ms (3.3) to 1,292ms (3.4 regression) to 463ms (3.4 tuned, -44% vs 3.3).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63440"/>
            <a:ext cx="63500" cy="82296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6263640"/>
            <a:ext cx="111556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50800"/>
          <a:lstStyle/>
          <a:p>
            <a:pPr algn="ctr">
              <a:defRPr sz="800" b="0">
                <a:solidFill>
                  <a:srgbClr val="6A6E73"/>
                </a:solidFill>
              </a:defRPr>
            </a:pPr>
            <a:r>
              <a:t>ISL: 2000  |  OSL: 100  |  Concurrent Users: 100  |  Prefix Cache: 50% multi-group (10 groups)  |  Duration: 300s  |  GPUs: 16x H200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</a:defRPr>
            </a:pPr>
            <a:r>
              <a:t>Llama-70B FP8 — Best Configuration per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E73"/>
                </a:solidFill>
              </a:defRPr>
            </a:pPr>
            <a:r>
              <a:t>Each version's optimizer found different optimal configurations. The best 3.3 PD config (12P+1D TP1/TP4) regressed 156% in 3.4, but 3.4 compensated by finding a better alternative (3P+1D TP4).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66CC"/>
                </a:solidFill>
              </a:defRPr>
            </a:pPr>
            <a:r>
              <a:t>463 ms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Best TTFT P90 (3.4 Tuned)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-44%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vs 3.3 Best (831 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9596"/>
                </a:solidFill>
              </a:defRPr>
            </a:pPr>
            <a:r>
              <a:t>22.5 req/s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Best PD Throughput (Tuned)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188720"/>
            <a:ext cx="2560320" cy="777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E8635"/>
                </a:solidFill>
              </a:defRPr>
            </a:pPr>
            <a:r>
              <a:t>-12%</a:t>
            </a:r>
          </a:p>
          <a:p>
            <a:pPr algn="ctr">
              <a:defRPr sz="800" b="1">
                <a:solidFill>
                  <a:srgbClr val="6A6E73"/>
                </a:solidFill>
              </a:defRPr>
            </a:pPr>
            <a:r>
              <a:t>vs 3.3 Best (16.5)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E40BE"/>
                </a:solidFill>
              </a:defRPr>
            </a:pPr>
            <a:r>
              <a:t>Best PD Configuration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560320"/>
          <a:ext cx="50292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TTFT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12P+1D TP1/4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878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27.0 req/s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3P+1D TP4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925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25.6 req/s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3.4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3P+1D TP4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681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22.5 req/s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596"/>
                </a:solidFill>
              </a:defRPr>
            </a:pPr>
            <a:r>
              <a:t>Best Aggregated Configuration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560320"/>
          <a:ext cx="502920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TTFT 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2x TP8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831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26.8 req/s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2x TP8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1,292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27.0 req/s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RHAIIS 3.4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2x TP8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463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26.9 req/s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389120"/>
            <a:ext cx="10515600" cy="77724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 tIns="101600" bIns="101600"/>
          <a:lstStyle/>
          <a:p>
            <a:pPr algn="ctr"/>
            <a:r>
              <a:rPr sz="1100" b="1">
                <a:solidFill>
                  <a:srgbClr val="166534"/>
                </a:solidFill>
              </a:rPr>
              <a:t>Key Finding: </a:t>
            </a:r>
            <a:r>
              <a:rPr sz="1100">
                <a:solidFill>
                  <a:srgbClr val="166534"/>
                </a:solidFill>
              </a:rPr>
              <a:t>For Llama-70B, the best aggregated config is the same (2xTP8) across all versions, but performance varies dramatically: 3.3 delivered 831ms, 3.4 regressed to 1,292ms, and tuning recovered to 463ms. For PD, 3.3 preferred a wide split (12P+1D) while 3.4 preferred a compact one (3P+1D) — demonstrating that optimal configurations shift between engine versions.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63500" cy="777240"/>
          </a:xfrm>
          <a:prstGeom prst="rect">
            <a:avLst/>
          </a:prstGeom>
          <a:solidFill>
            <a:srgbClr val="3E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6263640"/>
            <a:ext cx="111556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50800"/>
          <a:lstStyle/>
          <a:p>
            <a:pPr algn="ctr">
              <a:defRPr sz="800" b="0">
                <a:solidFill>
                  <a:srgbClr val="6A6E73"/>
                </a:solidFill>
              </a:defRPr>
            </a:pPr>
            <a:r>
              <a:t>ISL: 2000  |  OSL: 100  |  Concurrent Users: 100  |  Prefix Cache: 50% multi-group (10 groups)  |  Duration: 300s  |  GPUs: 16x H200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1515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0000"/>
                </a:solidFill>
              </a:defRPr>
            </a:pPr>
            <a:r>
              <a:t>Same-Config Regression: RHAIIS 3.3 vs 3.4 vs 3.4 Tuned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0515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 +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3.3 vs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RHAIIS 3.4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3.3 vs Tuned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Qwen PD (3P+1D TP4)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880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675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534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-39%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Qwen Agg (4xTP4)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1,177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1,162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524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-56%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Llama PD (3P+1D TP4)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1,027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925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681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-34%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Llama Agg (2xTP8)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831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1,292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190B"/>
                          </a:solidFill>
                        </a:defRPr>
                      </a:pPr>
                      <a:r>
                        <a:t>+55%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463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E8635"/>
                          </a:solidFill>
                        </a:defRPr>
                      </a:pPr>
                      <a:r>
                        <a:t>-44%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E0000"/>
                </a:solidFill>
              </a:defRPr>
            </a:pPr>
            <a:r>
              <a:t>Key Takeaways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291840"/>
          <a:ext cx="105156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2468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PD consistently improves in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Both models show 10-23% TTFT improvement on the same PD configuration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Aggregated depends on TP +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Qwen improved across all TPs. Llama regressed at TP4-8 (+5% to +55%)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Tuning recovers all regressions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Llama TP8 regression (+55%) fully recovered to -44% below 3.3 baseline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Tuning adds 34-56% on 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Beyond version changes, tuning adds substantial improvement via auto-profiling</a:t>
                      </a:r>
                    </a:p>
                  </a:txBody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Optimal config shifts between 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51515"/>
                          </a:solidFill>
                        </a:defRPr>
                      </a:pPr>
                      <a:r>
                        <a:t>Automated search is critical — manual config from 3.3 may be suboptimal in 3.4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10515600" cy="6858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52400" tIns="101600" bIns="101600"/>
          <a:lstStyle/>
          <a:p>
            <a:pPr algn="ctr"/>
            <a:r>
              <a:rPr sz="1100" b="1">
                <a:solidFill>
                  <a:srgbClr val="166534"/>
                </a:solidFill>
              </a:rPr>
              <a:t>Key Finding: </a:t>
            </a:r>
            <a:r>
              <a:rPr sz="1100">
                <a:solidFill>
                  <a:srgbClr val="166534"/>
                </a:solidFill>
              </a:rPr>
              <a:t>RHAIIS 3.4 is not a uniform improvement — PD consistently benefits, but aggregated depends on model and TP. For production deployments upgrading from 3.3 to 3.4, re-running configuration optimization is recommended. With tuning, all configurations exceed the 3.3 TTFT baseline by 34-83%. Throughput (req/s) is roughly constant across configs and versions — the real gain is latency.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03520"/>
            <a:ext cx="63500" cy="685800"/>
          </a:xfrm>
          <a:prstGeom prst="rect">
            <a:avLst/>
          </a:prstGeom>
          <a:solidFill>
            <a:srgbClr val="3E8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515"/>
                </a:solidFill>
              </a:defRPr>
            </a:pPr>
            <a:r>
              <a:t>Qwen3-32B — All Configurations Tested (RHAIIS 3.3)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6E73"/>
                </a:solidFill>
              </a:defRPr>
            </a:pPr>
            <a:r>
              <a:t>llm-d v0.4.0, upstream default templates, balanced EPP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E40BE"/>
                </a:solidFill>
              </a:defRPr>
            </a:pPr>
            <a:r>
              <a:t>PD Configurations</a:t>
            </a:r>
          </a:p>
        </p:txBody>
      </p:sp>
      <p:pic>
        <p:nvPicPr>
          <p:cNvPr id="6" name="Picture 5" descr="pd_qwen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1556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596"/>
                </a:solidFill>
              </a:defRPr>
            </a:pPr>
            <a:r>
              <a:t>Aggregated Configurations</a:t>
            </a:r>
          </a:p>
        </p:txBody>
      </p:sp>
      <p:pic>
        <p:nvPicPr>
          <p:cNvPr id="8" name="Picture 7" descr="agg_qwen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11155680" cy="24780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515"/>
                </a:solidFill>
              </a:defRPr>
            </a:pPr>
            <a:r>
              <a:t>Qwen3-32B — All Configurations Tested (RHAIIS 3.4 Tuned)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6E73"/>
                </a:solidFill>
              </a:defRPr>
            </a:pPr>
            <a:r>
              <a:t>llm-d v0.6.0, auto-tune ON, EPP cache_optimized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E40BE"/>
                </a:solidFill>
              </a:defRPr>
            </a:pPr>
            <a:r>
              <a:t>PD Configurations</a:t>
            </a:r>
          </a:p>
        </p:txBody>
      </p:sp>
      <p:pic>
        <p:nvPicPr>
          <p:cNvPr id="6" name="Picture 5" descr="pd_qwen34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1556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596"/>
                </a:solidFill>
              </a:defRPr>
            </a:pPr>
            <a:r>
              <a:t>Aggregated Configurations</a:t>
            </a:r>
          </a:p>
        </p:txBody>
      </p:sp>
      <p:pic>
        <p:nvPicPr>
          <p:cNvPr id="8" name="Picture 7" descr="agg_qwen34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11155680" cy="24780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515"/>
                </a:solidFill>
              </a:defRPr>
            </a:pPr>
            <a:r>
              <a:t>Llama-70B FP8 — All Configurations Tested (RHAIIS 3.3)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6E73"/>
                </a:solidFill>
              </a:defRPr>
            </a:pPr>
            <a:r>
              <a:t>llm-d v0.4.0, upstream default templates, balanced EPP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E40BE"/>
                </a:solidFill>
              </a:defRPr>
            </a:pPr>
            <a:r>
              <a:t>PD Configurations</a:t>
            </a:r>
          </a:p>
        </p:txBody>
      </p:sp>
      <p:pic>
        <p:nvPicPr>
          <p:cNvPr id="6" name="Picture 5" descr="pd_llama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1556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596"/>
                </a:solidFill>
              </a:defRPr>
            </a:pPr>
            <a:r>
              <a:t>Aggregated Configurations</a:t>
            </a:r>
          </a:p>
        </p:txBody>
      </p:sp>
      <p:pic>
        <p:nvPicPr>
          <p:cNvPr id="8" name="Picture 7" descr="agg_llama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11155680" cy="2478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1515"/>
                </a:solidFill>
              </a:defRPr>
            </a:pPr>
            <a:r>
              <a:t>Llama-70B FP8 — All Configurations Tested (RHAIIS 3.4 Tuned)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A6E73"/>
                </a:solidFill>
              </a:defRPr>
            </a:pPr>
            <a:r>
              <a:t>llm-d v0.6.0, auto-tune ON, EPP cache_optimized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E40BE"/>
                </a:solidFill>
              </a:defRPr>
            </a:pPr>
            <a:r>
              <a:t>PD Configurations</a:t>
            </a:r>
          </a:p>
        </p:txBody>
      </p:sp>
      <p:pic>
        <p:nvPicPr>
          <p:cNvPr id="6" name="Picture 5" descr="pd_llama34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1556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596"/>
                </a:solidFill>
              </a:defRPr>
            </a:pPr>
            <a:r>
              <a:t>Aggregated Configurations</a:t>
            </a:r>
          </a:p>
        </p:txBody>
      </p:sp>
      <p:pic>
        <p:nvPicPr>
          <p:cNvPr id="8" name="Picture 7" descr="agg_llama34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11155680" cy="2478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