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51515"/>
                </a:solidFill>
              </a:defRPr>
            </a:pPr>
            <a:r>
              <a:t>RHAIIS 3.3 vs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E0000"/>
                </a:solidFill>
              </a:defRPr>
            </a:pPr>
            <a:r>
              <a:t>Inference Performance Regression &amp; Tuning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A6E73"/>
                </a:solidFill>
              </a:defRPr>
            </a:pPr>
            <a:r>
              <a:t>Measured benchmarks on real hardware with automated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Hardware:  16x NVIDIA H200 (140 GB), 2 nodes, CoreWeave, RDMA/InfiniBand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Software:  llm-d v0.4.0 (RHAIIS 3.3) vs v0.6.0 (RHAIIS 3.4)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Models:    Qwen/Qwen3-32B  |  Meta-Llama-3.1-70B-Instruct-FP8-dynamic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Workload:  ISL 2000 / OSL 100 / 100 concurrent users / 50% prefix cache (multi-group, 10 groups)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7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Tool:      Inftune Studio - automated 11-step optimization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all three versions to isolate the version impact from configuration differences. All tests used identical workload, GPUs, and upstream default EPP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-23%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-39%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+57%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+129%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-41.9%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-39.3%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-37.6%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18.3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42.0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+129.5%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-33.9%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delivers a clear improvement on PD: 23% lower TTFT and 57% higher throughput on the exact same configuration. Inter-token latency also dropped 35%, meaning faster streaming for end users. Tuning pushes further — 39% lower TTFT and 2.3x throughput — by optimizing gpu_memory_utilization (0.95 vs 0.90), max_num_seqs (192 vs 256), and EPP routing weights (cache_optimized 5:1:2).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aggregated configuration tested at each TP value across versions. Aggregated mode uses all GPUs in a single pool — no prefill/decode separation. Results vary significantly by tensor parallelism.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-55.5%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-41.5%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1,837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-83.5%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+345%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11.6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+124%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+200%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+2,910%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All aggregated configurations improved in 3.4, with the largest gains at TP2 (-27% TTFT). However, the optimal TP shifted between versions: 3.3's best was 4xTP4, 3.4's best was 8xTP2, and tuned 3.4's best was 2xTP8. Tuning found that TP8 with higher gpu_memory_utilization (0.95) and cache-optimized EPP delivers 83% lower TTFT than the 3.3 baseline — but only with tuning. Without it, TP8 was the worst aggregated option in both versions.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a different optimal configuration. This shows the best each version can achieve — the configurations may differ, which is expected as the engine's scheduling behavior changes between versions.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287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-75.6%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(1,177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42.0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Throughput (3.4 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+129%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(18.3)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18.3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28.8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6P+2D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40.7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6.2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17.5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30.1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+ EPP 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32.0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The optimizer found different optimal TPs for each version — 3.3 preferred TP4, 3.4 preferred TP2, and tuned 3.4 preferred TP8. This demonstrates why automated search is critical: the right configuration depends not just on hardware but on the specific engine version. For PD, tuning also found a wider split (6P+2D vs 3P+1D) that better balances prefill and decode GPU pools.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versions. This is a larger model (70B vs 32B) with FP8 quantization, putting more pressure on GPU memory and NCCL communication.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-10%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+12%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+75%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-21.2%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-33.7%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2,093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2,272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+8.6%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18.4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+74.5%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PD shows moderate improvement in 3.4: 10% lower TTFT P90 and 25% lower P99 on the same config. ITL dropped 25%, indicating faster decode. Tuning adds significant gains at P50 and P90 (-34%) with 75% more throughput. Note: P99 regressed with tuning due to occasional tail latency spikes at higher utilization — a tradeoff of pushing gpu_memory_utilization from 0.90 to 0.95.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Aggregated results vary significantly by TP value. Lower TP (more pods, smaller per-pod model) improved in 3.4. Higher TP (fewer pods, larger per-pod model) regressed — particularly TP8 which is the most memory-intensive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1,749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1,105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-36.8%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1,462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-50.7%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-44.3%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11.6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11.8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+61.2%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19.1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+119.5%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21.1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+142.5%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regresses aggregated performance at high TP for Llama-70B: TP8 is 55% slower and TP4 is 5% slower. Only TP2 improved (-23%). This regression appears specific to large FP8 models at high tensor parallelism — Qwen3-32B did not show this behavior. Tuning fully recovers the regression and exceeds the 3.3 baseline: TP8 goes from 831ms (3.3) to 1,292ms (3.4 regression) to 463ms (3.4 tuned, -44% vs 3.3).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different optimal configurations. The best 3.3 PD config (12P+1D TP1/TP4) regressed 156% in 3.4, but 3.4 compensated by finding a better alternative (3P+1D TP4).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463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-44%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(831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28.8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PD Throughput (Tuned)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+75%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(16.5)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12P+1D TP1/4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18.8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18.4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28.8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8.7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3.1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21.1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For Llama-70B, the best aggregated config is the same (2xTP8) across all versions, but performance varies dramatically: 3.3 delivered 831ms, 3.4 regressed to 1,292ms, and tuning recovered to 463ms. For PD, 3.3 preferred a wide split (12P+1D) while 3.4 preferred a compact one (3P+1D) — demonstrating that optimal configurations shift between engine versions.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Same-Config Regression: RHAIIS 3.3 vs 3.4 vs 3.4 Tuned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Model +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Agg (4xTP4)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Agg (2xTP8)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Key Takeaways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9184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PD consistently improves in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Both models show 10-23% TTFT improvement on the same PD configuration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Aggregated depends on TP +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improved across all TPs. Llama regressed at TP4-8 (+5% to +55%)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recovers all regressions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TP8 regression (+55%) fully recovered to -44% below 3.3 baseline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adds 34-56% on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Beyond version changes, tuning adds substantial improvement via auto-profiling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Optimal config shifts between versions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Automated search is critical — manual config from 3.3 may be suboptimal in 3.4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303520"/>
            <a:ext cx="10515600" cy="685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RHAIIS 3.4 is not a uniform improvement — PD consistently benefits, but aggregated depends on model and TP. For production deployments upgrading from 3.3 to 3.4, re-running configuration optimization is recommended. With tuning, all configurations exceed the 3.3 baseline by 34-56%.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03520"/>
            <a:ext cx="63500" cy="68580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